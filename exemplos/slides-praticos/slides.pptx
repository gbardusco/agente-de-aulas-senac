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 fictício para validar o pipeline. Não é evidência de aprendizagem.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externa: abrir no navegador. O PPTX não executa HTML, CSS ou JavaScript.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html.spec.whatwg.org/multipage/sections.html#the-article-elemen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4630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</a:rPr>
              <a:t>Aula demo 03 - Estrutura de página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Problema fictício: catálogo desorganizado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" cy="1225296"/>
          </a:xfrm>
          <a:prstGeom prst="rect">
            <a:avLst/>
          </a:prstGeom>
          <a:solidFill>
            <a:srgbClr val="0284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07899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catálogo fictício mistura título e descrição dos produtos, dificultando a leitura.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separar título e descrição de um produto fictício para facilitar a leitura?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2 / 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Conceito: estrutura semântica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0789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Títulos organizam a hierarquia do documento.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Parágrafos agrupam a descrição do produto fictício.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3 / 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Aplicação prática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Aplicação prática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Construa uma página sintética aplicando a estrutura semântica ao catálogo fictício.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505456"/>
            <a:ext cx="11064240" cy="12984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542032"/>
            <a:ext cx="107899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&lt;h2&gt;Produto demo&lt;/h2&gt;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&lt;p&gt;Descrição sintética.&lt;/p&gt;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&lt;/article&gt;</a:t>
            </a:r>
            <a:endParaRPr lang="en-US" sz="18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85800" y="3931920"/>
            <a:ext cx="107899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u="sng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Referência oficial: elemento article</a:t>
            </a:r>
            <a:endParaRPr lang="en-US" sz="2000" dirty="0"/>
          </a:p>
          <a:p>
            <a:pPr indent="0" marL="0">
              <a:buNone/>
            </a:pPr>
            <a:r>
              <a:rPr lang="en-US" sz="2000" u="sng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https://html.spec.whatwg.org/multipage/sections.html#the-article-element</a:t>
            </a:r>
            <a:endParaRPr lang="en-US" sz="2000" dirty="0"/>
          </a:p>
          <a:p>
            <a:pPr indent="0" marL="0">
              <a:buNone/>
            </a:pPr>
            <a:r>
              <a:rPr lang="en-US" sz="2000" u="sng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externa: abrir no navegador. O PPTX não executa HTML, CSS ou JavaScript.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4 / 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Síntese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0789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Estrutura semântica separa título e descrição.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 mesma estratégia vale para outros catálogos fictícios.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5 / 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demo 03 - Estrutura de página</dc:title>
  <dc:subject>Gerado de fonte JSON; texto e formas editáveis</dc:subject>
  <dc:creator>Material didático</dc:creator>
  <cp:lastModifiedBy>Material didático</cp:lastModifiedBy>
  <cp:revision>1</cp:revision>
  <dcterms:created xsi:type="dcterms:W3CDTF">2026-09-10T14:38:20Z</dcterms:created>
  <dcterms:modified xsi:type="dcterms:W3CDTF">2026-09-10T14:38:20Z</dcterms:modified>
</cp:coreProperties>
</file>