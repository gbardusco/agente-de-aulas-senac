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4630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</a:rPr>
              <a:t>Aula demo 04 - Interpretação de texto normativo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Problema fictício: duas leituras da mesma norma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" cy="960120"/>
          </a:xfrm>
          <a:prstGeom prst="rect">
            <a:avLst/>
          </a:prstGeom>
          <a:solidFill>
            <a:srgbClr val="0284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Duas equipes interpretam de forma diferente o mesmo artigo fictício sobre prazos.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Quais critérios tornam uma interpretação mais consistente que a outra?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2 / 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Hipóteses iniciais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0789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 prazo conta da publicação fictícia.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 prazo conta da ciência comprovada no cenário.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3 / 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Investigação orientada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0789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os trechos indicados no manual fictício e anote os critérios usados por cada equipe.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4 / 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Conceito: interpretação sistemática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0789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Ler o artigo no contexto do capítulo fictício.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Priorizar a finalidade declarada da norma fictícia.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5 / 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Aplicação analítica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0789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Analise os dois pareceres fictícios e indique qual interpretação está mais bem fundamentada, sem executar tarefa operacional.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6 / 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Síntese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0789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interpretação mais consistente combina texto, contexto e finalidade declarada no cenário fictício.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7 /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demo 04 - Interpretação de texto normativo</dc:title>
  <dc:subject>Gerado de fonte JSON; texto e formas editáveis</dc:subject>
  <dc:creator>Material didático</dc:creator>
  <cp:lastModifiedBy>Material didático</cp:lastModifiedBy>
  <cp:revision>1</cp:revision>
  <dcterms:created xsi:type="dcterms:W3CDTF">2026-09-10T14:38:21Z</dcterms:created>
  <dcterms:modified xsi:type="dcterms:W3CDTF">2026-09-10T14:38:21Z</dcterms:modified>
</cp:coreProperties>
</file>